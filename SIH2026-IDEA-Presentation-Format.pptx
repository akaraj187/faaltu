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96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117362" y="906821"/>
            <a:ext cx="2791047" cy="62877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13739"/>
            <a:ext cx="11529428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216309"/>
            <a:ext cx="12191999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94125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84499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59451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7796</TotalTime>
  <Words>342</Words>
  <Application>Microsoft Office PowerPoint</Application>
  <PresentationFormat>Widescreen</PresentationFormat>
  <Paragraphs>59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Siddarth</cp:lastModifiedBy>
  <cp:revision>150</cp:revision>
  <dcterms:created xsi:type="dcterms:W3CDTF">2013-12-12T18:46:50Z</dcterms:created>
  <dcterms:modified xsi:type="dcterms:W3CDTF">2026-09-18T14:01:42Z</dcterms:modified>
  <cp:category/>
</cp:coreProperties>
</file>